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4E8B3-1CDA-4033-97B8-20D485807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BA2BED-EC7B-4936-9F8A-2EBD5C847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3C98C-8E4A-4BF4-8E14-76DCB77D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DC7156-9827-4051-8971-AD31A80C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005AC-59C1-4C40-899B-2D8E79963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53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248C3-EA3B-4759-9672-047A9391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4B3A22-B20A-443F-AAB1-C2E2A9C8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ABDF71-B6AD-4E28-9D79-62F2F4FC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18CDC-800F-4E13-8E37-CF158B14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90C42-1848-4B3D-8BBA-0D45C2A5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70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14397-462A-4E3C-846F-518D4B546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A8C7F0-A125-484A-A3B9-8DA863A8E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7DCD7-F12F-405D-9D58-0A25537FA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73C017-856A-497D-97E9-64E80646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D69090-B595-4050-B0F8-26F67E21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36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3A197-81A7-43AC-877D-5D4C6F3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17C0E-B653-46C9-9FF5-A41BF67BC0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9289F8-039A-4929-B279-18CCC1B82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143ED7-F3F6-4F96-948A-634581F6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10F945-CD51-479C-AA35-EAA7A397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D6E581-69B5-47F9-94DE-93A7499C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4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006FA-60BA-4157-A3D0-3AAFA01E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ABF487-7865-4264-8653-935DB2B7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577D76-55EF-4828-90B0-076F5223B2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B8DAD0-1452-48CE-9705-3351F334A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E9C3DE-600E-4967-BC8B-818B9E02A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9C0646-11F3-44E2-8AA4-E876EF98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96269A-8739-4833-BE5B-C78B3693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6084DAE-7B8B-402B-89C8-10215F37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6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1221-4DFB-4887-A1E2-160F8D7B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BDA954-D2AD-4A52-8439-75A357B0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948AE8-ED81-4DE6-B5A4-ABA6724B1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760CD5-2D2A-4EF6-957F-AEBF2664E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853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99C903-FA1F-44C8-AFDD-2C716406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B1BD5D-2BE4-41DE-AC89-8F504830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308B34-98EF-4095-858C-656535BED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353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74B57-BC48-4058-8641-00608477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D4F113-5734-4B6F-B357-6907047B1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E9D886-EF45-4241-BEB5-22A2F073E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BDC8C9-05FE-4A26-9B91-67CAA4D5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B1FD7B-CE53-418D-AC80-A1FC158A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8C9C7D-A2AD-40EB-8068-2636BDE3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53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064BE-900A-42ED-80A8-92AE073D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674A4D-C77D-4866-BF70-DCAB01659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C20D35-056E-4289-AA79-BCAFD4DF8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AB168-0059-4F2F-836A-A91D1E72B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936E80-F2CF-4B6D-B359-452006C8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C92DEB-941A-4999-A002-CCDE804F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5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9B4EC-79E0-4073-8C6C-E18DB13A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E8BE34-0874-41F5-B60C-94B4D96613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1E6D4-55A3-48DB-9161-F97151D78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662CFC-9EEF-439D-99F3-6C75E42B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61DC7E-F801-4AB7-89EE-5A008C0C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80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AB5C41-D81E-4986-BDD7-91F923073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34966C-1ADE-4DF9-8134-A9F68BF9B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58170F-F8E6-4379-88BD-6918F8BB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D53054-84DD-4C03-9591-D5C26C06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53A96A-9D3B-4E7F-ADC5-DD3D6145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858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894220F-4038-45E1-BBCA-141EC10E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FB473-823D-426C-92FC-6C74B9418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EBF8C8-9BC3-4AE0-838F-B45CA31ED0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136E4-E156-49DD-8303-7732AE25F7EC}" type="datetimeFigureOut">
              <a:rPr lang="ko-KR" altLang="en-US" smtClean="0"/>
              <a:t>2026-06-04-Thursday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87E5BF-9DF1-4748-B665-BBFFB93E8A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E2A3AC-A515-4293-9826-CE9660511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83810-60AB-4AC5-BE5A-278A4E2C20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5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huncheon-ai.netlify.app/&#49373;&#49457;&#54805;ai&#49548;&#44060;.html" TargetMode="External"/><Relationship Id="rId2" Type="http://schemas.openxmlformats.org/officeDocument/2006/relationships/hyperlink" Target="https://bit.ly/43ishY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DC5A7-DEEF-46F1-A7F0-740A69ECD3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생성형 </a:t>
            </a:r>
            <a:r>
              <a:rPr lang="en-US" altLang="ko-KR"/>
              <a:t>AI </a:t>
            </a:r>
            <a:r>
              <a:rPr lang="ko-KR" altLang="en-US"/>
              <a:t>소개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0D57CE-06B7-486A-B98E-0491A5128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황현석</a:t>
            </a:r>
          </a:p>
        </p:txBody>
      </p:sp>
    </p:spTree>
    <p:extLst>
      <p:ext uri="{BB962C8B-B14F-4D97-AF65-F5344CB8AC3E}">
        <p14:creationId xmlns:p14="http://schemas.microsoft.com/office/powerpoint/2010/main" val="16705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AF4E8-0FE7-483F-83C4-AEFC5728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주요</a:t>
            </a:r>
            <a:r>
              <a:rPr lang="en-US" altLang="ko-KR"/>
              <a:t> </a:t>
            </a:r>
            <a:r>
              <a:rPr lang="ko-KR" altLang="en-US"/>
              <a:t>생성형 </a:t>
            </a:r>
            <a:r>
              <a:rPr lang="en-US" altLang="ko-KR"/>
              <a:t>AI – 2026</a:t>
            </a:r>
            <a:r>
              <a:rPr lang="ko-KR" altLang="en-US"/>
              <a:t>년 </a:t>
            </a:r>
            <a:r>
              <a:rPr lang="en-US" altLang="ko-KR"/>
              <a:t>6</a:t>
            </a:r>
            <a:r>
              <a:rPr lang="ko-KR" altLang="en-US"/>
              <a:t>월 기준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4EAB92B-2E49-4426-82D4-52EC41D9F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4546141"/>
              </p:ext>
            </p:extLst>
          </p:nvPr>
        </p:nvGraphicFramePr>
        <p:xfrm>
          <a:off x="591672" y="1825625"/>
          <a:ext cx="11152094" cy="3135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175">
                  <a:extLst>
                    <a:ext uri="{9D8B030D-6E8A-4147-A177-3AD203B41FA5}">
                      <a16:colId xmlns:a16="http://schemas.microsoft.com/office/drawing/2014/main" val="316642665"/>
                    </a:ext>
                  </a:extLst>
                </a:gridCol>
                <a:gridCol w="3630706">
                  <a:extLst>
                    <a:ext uri="{9D8B030D-6E8A-4147-A177-3AD203B41FA5}">
                      <a16:colId xmlns:a16="http://schemas.microsoft.com/office/drawing/2014/main" val="4020362094"/>
                    </a:ext>
                  </a:extLst>
                </a:gridCol>
                <a:gridCol w="4518213">
                  <a:extLst>
                    <a:ext uri="{9D8B030D-6E8A-4147-A177-3AD203B41FA5}">
                      <a16:colId xmlns:a16="http://schemas.microsoft.com/office/drawing/2014/main" val="3517662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생성형</a:t>
                      </a:r>
                      <a:r>
                        <a:rPr lang="en-US" altLang="ko-KR"/>
                        <a:t> AI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생성파일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주요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416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Claude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(claude.ai)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txt, pdf, docx, pptx, xlsx, html, py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전문적 문서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양식 적용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프로그래밍 언어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715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Chatgpt(chatgpt.com)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pdf, txt,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png</a:t>
                      </a:r>
                      <a:endParaRPr lang="ko-KR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문서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이미지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딥리서치</a:t>
                      </a:r>
                      <a:endParaRPr lang="en-US" altLang="ko-KR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메뉴판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팜플렛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브로슈어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12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Gemini(gemini.google.com)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pdf, txt,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png, gdoc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문서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이미지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딥리서치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, Canvas (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결과 조절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86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Suno, Gemini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음악 </a:t>
                      </a:r>
                      <a:r>
                        <a:rPr lang="en-US" altLang="ko-KR"/>
                        <a:t>(mp3, wav)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245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NotebookLM (notebooklm.google.com)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대규모 자료</a:t>
                      </a:r>
                      <a:r>
                        <a:rPr lang="en-US" altLang="ko-KR"/>
                        <a:t>(pdf, URL, txt, ...)</a:t>
                      </a:r>
                      <a:r>
                        <a:rPr lang="ko-KR" altLang="en-US"/>
                        <a:t>업로드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설명 영상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설명  </a:t>
                      </a:r>
                      <a:r>
                        <a:rPr lang="en-US" altLang="ko-KR"/>
                        <a:t>podcast, </a:t>
                      </a:r>
                      <a:r>
                        <a:rPr lang="ko-KR" altLang="en-US"/>
                        <a:t>학습 문제</a:t>
                      </a:r>
                      <a:r>
                        <a:rPr lang="en-US" altLang="ko-KR"/>
                        <a:t> – </a:t>
                      </a:r>
                      <a:r>
                        <a:rPr lang="ko-KR" altLang="en-US"/>
                        <a:t>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533452"/>
                  </a:ext>
                </a:extLst>
              </a:tr>
              <a:tr h="3719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Google flow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영상 </a:t>
                      </a:r>
                      <a:r>
                        <a:rPr lang="en-US" altLang="ko-KR"/>
                        <a:t>(mp4)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이미지를 추가 후 생성</a:t>
                      </a:r>
                      <a:r>
                        <a:rPr lang="en-US" altLang="ko-KR"/>
                        <a:t>, capcut</a:t>
                      </a:r>
                      <a:r>
                        <a:rPr lang="ko-KR" altLang="en-US"/>
                        <a:t> 편집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95058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A3392F8D-9080-4166-BF7B-DAC242014632}"/>
              </a:ext>
            </a:extLst>
          </p:cNvPr>
          <p:cNvSpPr/>
          <p:nvPr/>
        </p:nvSpPr>
        <p:spPr>
          <a:xfrm>
            <a:off x="965503" y="5261393"/>
            <a:ext cx="543430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https://bit.ly/43ishYL</a:t>
            </a:r>
            <a:endParaRPr lang="en-US" altLang="ko-KR"/>
          </a:p>
          <a:p>
            <a:r>
              <a:rPr lang="en-US" altLang="ko-KR">
                <a:hlinkClick r:id="rId3"/>
              </a:rPr>
              <a:t>https://chuncheon-ai.netlify.app/</a:t>
            </a:r>
            <a:r>
              <a:rPr lang="ko-KR" altLang="en-US">
                <a:hlinkClick r:id="rId3"/>
              </a:rPr>
              <a:t>생성형</a:t>
            </a:r>
            <a:r>
              <a:rPr lang="en-US" altLang="ko-KR">
                <a:hlinkClick r:id="rId3"/>
              </a:rPr>
              <a:t>ai</a:t>
            </a:r>
            <a:r>
              <a:rPr lang="ko-KR" altLang="en-US">
                <a:hlinkClick r:id="rId3"/>
              </a:rPr>
              <a:t>소개</a:t>
            </a:r>
            <a:r>
              <a:rPr lang="en-US" altLang="ko-KR">
                <a:hlinkClick r:id="rId3"/>
              </a:rPr>
              <a:t>.html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61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2562F-90C6-4B62-A273-BE7AF6610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생성형 </a:t>
            </a:r>
            <a:r>
              <a:rPr lang="en-US" altLang="ko-KR"/>
              <a:t>AI </a:t>
            </a:r>
            <a:r>
              <a:rPr lang="ko-KR" altLang="en-US"/>
              <a:t>활용의 문제점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41742C-0E12-4E10-AB42-4721A0FCF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환각</a:t>
            </a:r>
            <a:endParaRPr lang="en-US" altLang="ko-KR"/>
          </a:p>
          <a:p>
            <a:pPr lvl="1"/>
            <a:r>
              <a:rPr lang="ko-KR" altLang="en-US"/>
              <a:t>그럴듯한 헛소리</a:t>
            </a:r>
            <a:endParaRPr lang="en-US" altLang="ko-KR"/>
          </a:p>
          <a:p>
            <a:pPr lvl="1"/>
            <a:r>
              <a:rPr lang="en-US" altLang="ko-KR"/>
              <a:t>“</a:t>
            </a:r>
            <a:r>
              <a:rPr lang="ko-KR" altLang="en-US"/>
              <a:t>세종대왕 노트북 투척사건“</a:t>
            </a:r>
            <a:r>
              <a:rPr lang="en-US" altLang="ko-KR"/>
              <a:t>, “</a:t>
            </a:r>
            <a:r>
              <a:rPr lang="ko-KR" altLang="en-US"/>
              <a:t>이순신장군과 신사임당의 관계“</a:t>
            </a:r>
            <a:endParaRPr lang="en-US" altLang="ko-KR"/>
          </a:p>
          <a:p>
            <a:r>
              <a:rPr lang="ko-KR" altLang="en-US"/>
              <a:t>사고</a:t>
            </a:r>
            <a:r>
              <a:rPr lang="en-US" altLang="ko-KR"/>
              <a:t>(</a:t>
            </a:r>
            <a:r>
              <a:rPr lang="ko-KR" altLang="en-US"/>
              <a:t>思考</a:t>
            </a:r>
            <a:r>
              <a:rPr lang="en-US" altLang="ko-KR"/>
              <a:t>)</a:t>
            </a:r>
            <a:r>
              <a:rPr lang="ko-KR" altLang="en-US"/>
              <a:t>의 외주화</a:t>
            </a:r>
            <a:endParaRPr lang="en-US" altLang="ko-KR"/>
          </a:p>
          <a:p>
            <a:pPr lvl="1"/>
            <a:r>
              <a:rPr lang="ko-KR" altLang="en-US"/>
              <a:t>생성형 </a:t>
            </a:r>
            <a:r>
              <a:rPr lang="en-US" altLang="ko-KR"/>
              <a:t>AI</a:t>
            </a:r>
            <a:r>
              <a:rPr lang="ko-KR" altLang="en-US"/>
              <a:t>에 대한 맹목적인 신뢰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대책</a:t>
            </a:r>
            <a:endParaRPr lang="en-US" altLang="ko-KR"/>
          </a:p>
          <a:p>
            <a:pPr lvl="1"/>
            <a:r>
              <a:rPr lang="ko-KR" altLang="en-US"/>
              <a:t>출처 명시</a:t>
            </a:r>
            <a:r>
              <a:rPr lang="en-US" altLang="ko-KR"/>
              <a:t>, </a:t>
            </a:r>
            <a:r>
              <a:rPr lang="ko-KR" altLang="en-US"/>
              <a:t>인간 검증 </a:t>
            </a:r>
            <a:r>
              <a:rPr lang="en-US" altLang="ko-KR"/>
              <a:t>(Human In the Loop), </a:t>
            </a:r>
            <a:r>
              <a:rPr lang="ko-KR" altLang="en-US"/>
              <a:t>생성 방향의 제시</a:t>
            </a:r>
            <a:r>
              <a:rPr lang="en-US" altLang="ko-KR"/>
              <a:t>, </a:t>
            </a:r>
            <a:r>
              <a:rPr lang="ko-KR" altLang="en-US"/>
              <a:t>타</a:t>
            </a:r>
            <a:r>
              <a:rPr lang="en-US" altLang="ko-KR"/>
              <a:t> </a:t>
            </a:r>
            <a:r>
              <a:rPr lang="ko-KR" altLang="en-US"/>
              <a:t>생성형 </a:t>
            </a:r>
            <a:r>
              <a:rPr lang="en-US" altLang="ko-KR"/>
              <a:t>AI</a:t>
            </a:r>
            <a:r>
              <a:rPr lang="ko-KR" altLang="en-US"/>
              <a:t>를 통한 교차검증</a:t>
            </a:r>
            <a:r>
              <a:rPr lang="en-US" altLang="ko-KR"/>
              <a:t>(</a:t>
            </a:r>
            <a:r>
              <a:rPr lang="ko-KR" altLang="en-US"/>
              <a:t>상호 비방</a:t>
            </a:r>
            <a:r>
              <a:rPr lang="en-US" altLang="ko-KR"/>
              <a:t>)</a:t>
            </a:r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00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D0902EE-F235-45A9-BF40-FB599F345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58" y="1005139"/>
            <a:ext cx="7467600" cy="1990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1875797-32FF-4850-A7C2-8E03579D2BCD}"/>
              </a:ext>
            </a:extLst>
          </p:cNvPr>
          <p:cNvSpPr/>
          <p:nvPr/>
        </p:nvSpPr>
        <p:spPr>
          <a:xfrm>
            <a:off x="869866" y="424132"/>
            <a:ext cx="145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/>
              <a:t>Chatgpt</a:t>
            </a:r>
            <a:endParaRPr lang="ko-KR" altLang="en-US" sz="2000" b="1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9A341B-D18B-471F-8488-CB28AD2FF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094" y="2356637"/>
            <a:ext cx="7448550" cy="44100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27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1875797-32FF-4850-A7C2-8E03579D2BCD}"/>
              </a:ext>
            </a:extLst>
          </p:cNvPr>
          <p:cNvSpPr/>
          <p:nvPr/>
        </p:nvSpPr>
        <p:spPr>
          <a:xfrm>
            <a:off x="869866" y="424132"/>
            <a:ext cx="145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/>
              <a:t>Chatgpt</a:t>
            </a:r>
            <a:endParaRPr lang="ko-KR" altLang="en-US" sz="2000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05BA88-420D-45F9-80AE-3A3EDEEAC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414" y="1174934"/>
            <a:ext cx="8567366" cy="485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7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E4EA840-C0A8-4439-BD27-C0FEA7B60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72" y="527934"/>
            <a:ext cx="6962775" cy="2209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843E443-F744-4870-84D6-7F42C024BF17}"/>
              </a:ext>
            </a:extLst>
          </p:cNvPr>
          <p:cNvSpPr/>
          <p:nvPr/>
        </p:nvSpPr>
        <p:spPr>
          <a:xfrm>
            <a:off x="869866" y="424132"/>
            <a:ext cx="14594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/>
              <a:t>Gemini</a:t>
            </a:r>
            <a:endParaRPr lang="ko-KR" altLang="en-US" sz="2000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1129EF-4F0D-45F0-9D9C-1939AA734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72" y="2841536"/>
            <a:ext cx="7886551" cy="22848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FD7F29B-0616-48D9-8D51-4E3CA913A47E}"/>
              </a:ext>
            </a:extLst>
          </p:cNvPr>
          <p:cNvSpPr/>
          <p:nvPr/>
        </p:nvSpPr>
        <p:spPr>
          <a:xfrm>
            <a:off x="1120124" y="5554397"/>
            <a:ext cx="10410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/>
              <a:t>Tip : Chatgpt, Gemini </a:t>
            </a:r>
            <a:r>
              <a:rPr lang="ko-KR" altLang="en-US" sz="2000" b="1"/>
              <a:t>등으로 생성된 문서를 </a:t>
            </a:r>
            <a:r>
              <a:rPr lang="en-US" altLang="ko-KR" sz="2000" b="1"/>
              <a:t>Gemini</a:t>
            </a:r>
            <a:r>
              <a:rPr lang="ko-KR" altLang="en-US" sz="2000" b="1"/>
              <a:t>에 업로드 후 </a:t>
            </a:r>
            <a:r>
              <a:rPr lang="en-US" altLang="ko-KR" sz="2000" b="1"/>
              <a:t>Canvas </a:t>
            </a:r>
            <a:r>
              <a:rPr lang="ko-KR" altLang="en-US" sz="2000" b="1"/>
              <a:t>기능으로 수정</a:t>
            </a:r>
          </a:p>
        </p:txBody>
      </p:sp>
    </p:spTree>
    <p:extLst>
      <p:ext uri="{BB962C8B-B14F-4D97-AF65-F5344CB8AC3E}">
        <p14:creationId xmlns:p14="http://schemas.microsoft.com/office/powerpoint/2010/main" val="428063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39FFCA-4F96-4389-96B2-CE8E63D90554}"/>
              </a:ext>
            </a:extLst>
          </p:cNvPr>
          <p:cNvSpPr/>
          <p:nvPr/>
        </p:nvSpPr>
        <p:spPr>
          <a:xfrm>
            <a:off x="811036" y="433758"/>
            <a:ext cx="739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Suno</a:t>
            </a:r>
            <a:endParaRPr lang="ko-KR" altLang="en-US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60D1D2-C03C-40B9-914F-E579CD022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261" y="173876"/>
            <a:ext cx="7799478" cy="24216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801F817-F258-494A-9F32-C8453B9F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261" y="2897204"/>
            <a:ext cx="2511365" cy="357578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55230D8-E0AF-4121-9901-88CBAD6F993B}"/>
              </a:ext>
            </a:extLst>
          </p:cNvPr>
          <p:cNvSpPr/>
          <p:nvPr/>
        </p:nvSpPr>
        <p:spPr>
          <a:xfrm>
            <a:off x="897664" y="2984453"/>
            <a:ext cx="9605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Gemini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4166487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186A40E-C52D-42C9-BBBC-40266E1C8EB2}"/>
              </a:ext>
            </a:extLst>
          </p:cNvPr>
          <p:cNvSpPr/>
          <p:nvPr/>
        </p:nvSpPr>
        <p:spPr>
          <a:xfrm>
            <a:off x="743660" y="539636"/>
            <a:ext cx="1624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NotebookLM</a:t>
            </a:r>
            <a:endParaRPr lang="ko-KR" altLang="en-US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F4A97F-3A2D-423B-B8D2-0DE091BE6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60" y="1199860"/>
            <a:ext cx="2002756" cy="18587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F82943D-0187-42B0-82B2-BCF3EF894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042" y="865954"/>
            <a:ext cx="4333875" cy="1847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C46604-B5B0-42D7-BA09-1A8DBABAE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079" y="625642"/>
            <a:ext cx="4305300" cy="59436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4734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CEBE21-6EC9-452E-9644-DB7A551A9BA4}"/>
              </a:ext>
            </a:extLst>
          </p:cNvPr>
          <p:cNvSpPr/>
          <p:nvPr/>
        </p:nvSpPr>
        <p:spPr>
          <a:xfrm>
            <a:off x="743660" y="539636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Claude</a:t>
            </a:r>
            <a:endParaRPr lang="ko-KR" altLang="en-US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102F86-4693-4C59-97B3-6AF263EA8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67" y="422759"/>
            <a:ext cx="6534150" cy="21431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DC08DB2-F393-4734-A554-4B0FDD449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4595" y="2820202"/>
            <a:ext cx="4188913" cy="348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00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DCEBE21-6EC9-452E-9644-DB7A551A9BA4}"/>
              </a:ext>
            </a:extLst>
          </p:cNvPr>
          <p:cNvSpPr/>
          <p:nvPr/>
        </p:nvSpPr>
        <p:spPr>
          <a:xfrm>
            <a:off x="743660" y="539636"/>
            <a:ext cx="1566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Google Flow</a:t>
            </a:r>
            <a:endParaRPr lang="ko-KR" altLang="en-US" b="1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5B55AB-9AB1-4BF8-BC8C-2B50A260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36" y="1173881"/>
            <a:ext cx="1924050" cy="12954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563276E-EA22-431D-98DF-B82562946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780" y="724302"/>
            <a:ext cx="5800725" cy="28289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B95D04-110A-4217-B11E-7D6DEBDF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63" y="4823961"/>
            <a:ext cx="5819775" cy="15335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D06ABF6-7C8F-46C1-AA46-462ED470955F}"/>
              </a:ext>
            </a:extLst>
          </p:cNvPr>
          <p:cNvSpPr/>
          <p:nvPr/>
        </p:nvSpPr>
        <p:spPr>
          <a:xfrm>
            <a:off x="1526887" y="4091359"/>
            <a:ext cx="6942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/>
              <a:t>ChatGPT </a:t>
            </a:r>
            <a:r>
              <a:rPr lang="ko-KR" altLang="en-US" b="1"/>
              <a:t>에서 시작 이미지와 종료 이미지를 미리 생성 후 업로드</a:t>
            </a:r>
          </a:p>
        </p:txBody>
      </p:sp>
    </p:spTree>
    <p:extLst>
      <p:ext uri="{BB962C8B-B14F-4D97-AF65-F5344CB8AC3E}">
        <p14:creationId xmlns:p14="http://schemas.microsoft.com/office/powerpoint/2010/main" val="920955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253</Words>
  <Application>Microsoft Office PowerPoint</Application>
  <PresentationFormat>와이드스크린</PresentationFormat>
  <Paragraphs>45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생성형 AI 소개</vt:lpstr>
      <vt:lpstr>주요 생성형 AI – 2026년 6월 기준</vt:lpstr>
      <vt:lpstr>생성형 AI 활용의 문제점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13</cp:revision>
  <dcterms:created xsi:type="dcterms:W3CDTF">2026-05-26T00:57:32Z</dcterms:created>
  <dcterms:modified xsi:type="dcterms:W3CDTF">2026-06-04T02:44:20Z</dcterms:modified>
</cp:coreProperties>
</file>